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4E79"/>
                </a:solidFill>
              </a:rPr>
              <a:t>Rig Notes: Vibration Test (Synthetic)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Test type: impact/ringdown on a cantilever beam mounted to a rigid fixture</a:t>
            </a:r>
          </a:p>
          <a:p>
            <a:pPr/>
            <a:r>
              <a:rPr sz="2200"/>
              <a:t>Objective: estimate the first 3 modal frequencies and damping ratios</a:t>
            </a:r>
          </a:p>
          <a:p>
            <a:pPr lvl="1"/>
            <a:r>
              <a:rPr sz="1800"/>
              <a:t>Deliverables: zeta via (i) log decrement (time-domain) and (ii) half-power bandwidth (FFT)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4E79"/>
                </a:solidFill>
              </a:rPr>
              <a:t>Sensor Mounting &amp; Axis Mapping (Critical)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Accelerometer mounted near free end, adhesive wax + tape</a:t>
            </a:r>
          </a:p>
          <a:p>
            <a:pPr/>
            <a:r>
              <a:rPr sz="2200"/>
              <a:t>Beam coordinate system: x = beam length, y = vertical (dominant vibration), z = lateral</a:t>
            </a:r>
          </a:p>
          <a:p>
            <a:pPr lvl="1"/>
            <a:r>
              <a:rPr sz="1800"/>
              <a:t>Sensor axes are NOT aligned with beam axes (rotation + cross-talk). Use this mapping:</a:t>
            </a:r>
          </a:p>
          <a:p>
            <a:pPr lvl="1"/>
            <a:r>
              <a:rPr sz="1800"/>
              <a:t>beam_y (vertical) is mostly sensor_x (ax_V). Approx: sensor_x ≈ 0.95*beam_y + 0.10*beam_x</a:t>
            </a:r>
          </a:p>
          <a:p>
            <a:pPr lvl="1"/>
            <a:r>
              <a:rPr sz="1800"/>
              <a:t>beam_x leaks into sensor_y (ay_V). Approx: sensor_y ≈ 0.90*beam_x − 0.20*beam_y</a:t>
            </a:r>
          </a:p>
          <a:p>
            <a:pPr lvl="1"/>
            <a:r>
              <a:rPr sz="1800"/>
              <a:t>sensor_z (az_V) mostly lateral noise; small leakage from beam_y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4E79"/>
                </a:solidFill>
              </a:rPr>
              <a:t>Acquisition Settings (Cross-check timestamps!)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DAQ configured: Fs = 10,000 Hz (nominal), 16-bit ADC</a:t>
            </a:r>
          </a:p>
          <a:p>
            <a:pPr lvl="1"/>
            <a:r>
              <a:rPr sz="1800"/>
              <a:t>IMPORTANT: Use the CSV timestamps to infer the true Fs; do not trust nominal Fs blindly.</a:t>
            </a:r>
          </a:p>
          <a:p>
            <a:pPr/>
            <a:r>
              <a:rPr sz="2200"/>
              <a:t>Anti-alias filter: 2 kHz low-pass (analog)</a:t>
            </a:r>
          </a:p>
          <a:p>
            <a:pPr/>
            <a:r>
              <a:rPr sz="2200"/>
              <a:t>Record length: ~12.5 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4E79"/>
                </a:solidFill>
              </a:rPr>
              <a:t>Excitation &amp; Processing Guidance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Impact occurs near t ≈ 1.0 s (ringdown afterwards)</a:t>
            </a:r>
          </a:p>
          <a:p>
            <a:pPr lvl="1"/>
            <a:r>
              <a:rPr sz="1800"/>
              <a:t>For FFT/half-power, gate/window the ringdown segment (exclude pre-impact noise).</a:t>
            </a:r>
          </a:p>
          <a:p>
            <a:pPr lvl="1"/>
            <a:r>
              <a:rPr sz="1800"/>
              <a:t>Suggested window: start shortly after impact peak; end when amplitude approaches noise floor.</a:t>
            </a:r>
          </a:p>
          <a:p>
            <a:pPr lvl="1"/>
            <a:r>
              <a:rPr sz="1800"/>
              <a:t>Report how the gate was chosen.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4E79"/>
                </a:solidFill>
              </a:rPr>
              <a:t>Sanity Checks &amp; Expected Reporting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Convert volts → g → m/s² using sensor_calibration.txt</a:t>
            </a:r>
          </a:p>
          <a:p>
            <a:pPr lvl="1"/>
            <a:r>
              <a:rPr sz="1800"/>
              <a:t>Check that damping from log decrement and half-power are consistent (within ~0.02 absolute).</a:t>
            </a:r>
          </a:p>
          <a:p>
            <a:pPr lvl="1"/>
            <a:r>
              <a:rPr sz="1800"/>
              <a:t>If methods disagree, flag mode as FAIL and explain likely reasons.</a:t>
            </a:r>
          </a:p>
          <a:p>
            <a:pPr/>
            <a:r>
              <a:rPr sz="2200"/>
              <a:t>Output must be a single CSV named modal_gtfa.csv (see benchmark prompt).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