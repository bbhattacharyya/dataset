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Rig Notes: Vibration Test (Synthetic Benchmark)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Test type: impact/ringdown on a cantilever-like structure mounted to a rigid fixture</a:t>
            </a:r>
          </a:p>
          <a:p>
            <a:pPr/>
            <a:r>
              <a:rPr sz="2200"/>
              <a:t>Objective: estimate the first 3 modal frequencies and damping ratios</a:t>
            </a:r>
          </a:p>
          <a:p>
            <a:pPr lvl="1"/>
            <a:r>
              <a:rPr sz="1800"/>
              <a:t>Methods: (i) logarithmic decrement (time domain) and (ii) half-power bandwidth (frequency domain)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Sensor Mounting &amp; Axis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Accelerometer mounted near free end, adhesive wax + tape</a:t>
            </a:r>
          </a:p>
          <a:p>
            <a:pPr/>
            <a:r>
              <a:rPr sz="2200"/>
              <a:t>Beam axes: x = length, y = vertical bending (dominant), z = lateral</a:t>
            </a:r>
          </a:p>
          <a:p>
            <a:pPr lvl="1"/>
            <a:r>
              <a:rPr sz="1800"/>
              <a:t>Sensor axes are misaligned with beam axes (rotation + cross-talk). Use the proxy rule below.</a:t>
            </a:r>
          </a:p>
          <a:p>
            <a:pPr lvl="1"/>
            <a:r>
              <a:rPr sz="1800"/>
              <a:t>Proxy rule (required): analyze beam vertical motion using sensor x channel only: ax_V</a:t>
            </a:r>
          </a:p>
          <a:p>
            <a:pPr lvl="1"/>
            <a:r>
              <a:rPr sz="1800"/>
              <a:t>Do NOT reconstruct a beam-axis signal from multiple channels for this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Acquisition Settings (Cross-check timestamps!)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DAQ nominal configuration: Fs = 10,000 Hz (nominal), 16-bit ADC</a:t>
            </a:r>
          </a:p>
          <a:p>
            <a:pPr lvl="1"/>
            <a:r>
              <a:rPr sz="1800"/>
              <a:t>Required: infer the actual Fs from CSV timestamps; use Fs = 1/median(Δt).</a:t>
            </a:r>
          </a:p>
          <a:p>
            <a:pPr/>
            <a:r>
              <a:rPr sz="2200"/>
              <a:t>Analog anti-alias filter: ~2 kHz low-pass (2-pole)</a:t>
            </a:r>
          </a:p>
          <a:p>
            <a:pPr/>
            <a:r>
              <a:rPr sz="2200"/>
              <a:t>Record length: ~12.5 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Excitation &amp; Processing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Impact occurs near t ≈ 1.0 s; ringdown afterwards</a:t>
            </a:r>
          </a:p>
          <a:p>
            <a:pPr lvl="1"/>
            <a:r>
              <a:rPr sz="1800"/>
              <a:t>For FFT/half-power, gate/window the ringdown segment (exclude pre-impact noise).</a:t>
            </a:r>
          </a:p>
          <a:p>
            <a:pPr lvl="1"/>
            <a:r>
              <a:rPr sz="1800"/>
              <a:t>Report the gate interval and window type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Analysis Protocol (Deterministic, Required)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This slide fixes ambiguity so results are reproducible.</a:t>
            </a:r>
          </a:p>
          <a:p>
            <a:pPr lvl="1"/>
            <a:r>
              <a:rPr sz="1800"/>
              <a:t>Axis: use ax_V only (beam_vertical proxy).</a:t>
            </a:r>
          </a:p>
          <a:p>
            <a:pPr lvl="1"/>
            <a:r>
              <a:rPr sz="1800"/>
              <a:t>Fs: compute from timestamps: Fs = 1/median(Δt).</a:t>
            </a:r>
          </a:p>
          <a:p>
            <a:pPr lvl="1"/>
            <a:r>
              <a:rPr sz="1800"/>
              <a:t>Impact time: t_impact = timestamp at max(|a(t)|) after unit conversion.</a:t>
            </a:r>
          </a:p>
          <a:p>
            <a:pPr lvl="1"/>
            <a:r>
              <a:rPr sz="1800"/>
              <a:t>Gate: t_start = t_impact + 0.01 s; t_end = min(t_impact + 4.0 s, end).</a:t>
            </a:r>
          </a:p>
          <a:p>
            <a:pPr lvl="1"/>
            <a:r>
              <a:rPr sz="1800"/>
              <a:t>Pre-FFT: subtract mean of gated segment; apply Hann window.</a:t>
            </a:r>
          </a:p>
          <a:p>
            <a:pPr lvl="1"/>
            <a:r>
              <a:rPr sz="1800"/>
              <a:t>Mode search band: 20–400 Hz.</a:t>
            </a:r>
          </a:p>
          <a:p>
            <a:pPr lvl="1"/>
            <a:r>
              <a:rPr sz="1800"/>
              <a:t>Peak-pick: local maxima; sort by increasing f; require ≥20 Hz separation; keep first 3.</a:t>
            </a:r>
          </a:p>
          <a:p>
            <a:pPr lvl="1"/>
            <a:r>
              <a:rPr sz="1800"/>
              <a:t>f_n_hz_fft: use peak-bin frequency (no interpolation).</a:t>
            </a:r>
          </a:p>
          <a:p>
            <a:pPr lvl="1"/>
            <a:r>
              <a:rPr sz="1800"/>
              <a:t>Half-power: f1,f2 where magnitude first falls to Amax/√2; ζ_hp=(f2-f1)/(2 f_n).</a:t>
            </a:r>
          </a:p>
          <a:p>
            <a:pPr lvl="1"/>
            <a:r>
              <a:rPr sz="1800"/>
              <a:t>Log-decay: band-pass [f_n−15, f_n+15] Hz (4th-order Butterworth).</a:t>
            </a:r>
          </a:p>
          <a:p>
            <a:pPr lvl="1"/>
            <a:r>
              <a:rPr sz="1800"/>
              <a:t>Peaks: on |filtered|; ignore &lt;5% of max; use first 10 peaks.</a:t>
            </a:r>
          </a:p>
          <a:p>
            <a:pPr lvl="1"/>
            <a:r>
              <a:rPr sz="1800"/>
              <a:t>f_n_hz_time: 1 / mean peak spacing; ζ_logdec from first vs last peak.</a:t>
            </a:r>
          </a:p>
          <a:p>
            <a:pPr lvl="1"/>
            <a:r>
              <a:rPr sz="1800"/>
              <a:t>k_eff: set NaN unless modal/effective mass is explicitly provided.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Output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Return modal_gtfa.csv (3 rows: modes 1–3) and analysis_notes.txt</a:t>
            </a:r>
          </a:p>
          <a:p>
            <a:pPr lvl="1"/>
            <a:r>
              <a:rPr sz="1800"/>
              <a:t>analysis_notes.txt should record: axis_used, sampling_rate_hz, ringdown_gate_s, k_eff_status.</a:t>
            </a:r>
          </a:p>
          <a:p>
            <a:pPr lvl="1"/>
            <a:r>
              <a:rPr sz="1800"/>
              <a:t>If time- and freq-domain damping disagree by &gt;0.02, mark verdict=fail and explain.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